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NeuroLink Office Document Testing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Feature 1: Document Processing</a:t>
            </a:r>
          </a:p>
          <a:p>
            <a:pPr/>
            <a:r>
              <a:t>Feature 2: Multi-format Support</a:t>
            </a:r>
          </a:p>
          <a:p>
            <a:pPr/>
            <a:r>
              <a:t>Feature 3: Metadata Extraction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presentation demonstrates:</a:t>
            </a:r>
          </a:p>
          <a:p>
            <a:pPr lvl="1"/>
            <a:r>
              <a:t>Multi-slide support</a:t>
            </a:r>
          </a:p>
          <a:p>
            <a:pPr lvl="1"/>
            <a:r>
              <a:t>Text formatting</a:t>
            </a:r>
          </a:p>
          <a:p>
            <a:pPr lvl="1"/>
            <a:r>
              <a:t>Structured content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