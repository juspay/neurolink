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topic. Mention the importance of speaker notes in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Elaborate on each point. Provide examples and statistics. Engage with the audience through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takeaways. Thank the audience. Open the floor for questions and answers. Provide contact information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with Notes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Speaker Notes Extraction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Important points to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